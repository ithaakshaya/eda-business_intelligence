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6611-E5BE-470C-84BF-409414BC9F05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5F9-DA5C-4E29-8060-F1C6D84B4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5822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6611-E5BE-470C-84BF-409414BC9F05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5F9-DA5C-4E29-8060-F1C6D84B4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768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6611-E5BE-470C-84BF-409414BC9F05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5F9-DA5C-4E29-8060-F1C6D84B4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1395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6611-E5BE-470C-84BF-409414BC9F05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5F9-DA5C-4E29-8060-F1C6D84B4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149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6611-E5BE-470C-84BF-409414BC9F05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5F9-DA5C-4E29-8060-F1C6D84B47B3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38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6611-E5BE-470C-84BF-409414BC9F05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5F9-DA5C-4E29-8060-F1C6D84B4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04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6611-E5BE-470C-84BF-409414BC9F05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5F9-DA5C-4E29-8060-F1C6D84B4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164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6611-E5BE-470C-84BF-409414BC9F05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5F9-DA5C-4E29-8060-F1C6D84B4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501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98F36611-E5BE-470C-84BF-409414BC9F05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5F9-DA5C-4E29-8060-F1C6D84B4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165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6611-E5BE-470C-84BF-409414BC9F05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5F9-DA5C-4E29-8060-F1C6D84B4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38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6611-E5BE-470C-84BF-409414BC9F05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5F9-DA5C-4E29-8060-F1C6D84B4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910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98F36611-E5BE-470C-84BF-409414BC9F05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506485F9-DA5C-4E29-8060-F1C6D84B4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441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F296C-D20B-4B6E-6761-AD15BE21BF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E8B78C-DC86-EF71-3B73-BCAF309448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522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270855C-CABD-03FF-9B10-D7362EEC23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049"/>
            <a:ext cx="3938953" cy="21745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89980B-7575-A793-E864-348BC99762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421" y="1673049"/>
            <a:ext cx="3570294" cy="21745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9D0EFB-B536-4185-D994-C9DF7B922B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7326" y="1673049"/>
            <a:ext cx="3570294" cy="21745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8005340-66EB-F289-887A-CF79984EDE52}"/>
              </a:ext>
            </a:extLst>
          </p:cNvPr>
          <p:cNvSpPr txBox="1"/>
          <p:nvPr/>
        </p:nvSpPr>
        <p:spPr>
          <a:xfrm>
            <a:off x="241161" y="30818"/>
            <a:ext cx="61495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=== KPI Calculations ===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Total Revenue: 1041600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Average Age of Customers: 29.24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Top Product (Last 6 Months): Laptop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Monthly New Users (Latest Month): 18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DD085F4-302B-614F-6268-591CB5269B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28" y="4565187"/>
            <a:ext cx="3570295" cy="21745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B86FB53-4AE9-DA6F-D021-030240B8D9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794" y="4293881"/>
            <a:ext cx="3700921" cy="24458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9540011-9AF7-76DA-44CA-37130B1BE7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550" y="4229400"/>
            <a:ext cx="3292070" cy="217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7482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36</TotalTime>
  <Words>30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Courier New</vt:lpstr>
      <vt:lpstr>Gill Sans MT</vt:lpstr>
      <vt:lpstr>Parcel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Akshaya Itha</dc:creator>
  <cp:lastModifiedBy>Akshaya Itha</cp:lastModifiedBy>
  <cp:revision>1</cp:revision>
  <dcterms:created xsi:type="dcterms:W3CDTF">2026-05-27T06:56:35Z</dcterms:created>
  <dcterms:modified xsi:type="dcterms:W3CDTF">2026-05-27T07:33:30Z</dcterms:modified>
</cp:coreProperties>
</file>